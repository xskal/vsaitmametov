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11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78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25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56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668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21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77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37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05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18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41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ED9C1-3F5A-4343-9229-11D0601C3DD1}" type="datetimeFigureOut">
              <a:rPr lang="ru-RU" smtClean="0"/>
              <a:t>12.04.2024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776EA-7831-4CC0-B959-DC95EDFA0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57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87073"/>
            <a:ext cx="12192000" cy="59331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№1 – Что такое маскирующий агент?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037185"/>
            <a:ext cx="9144000" cy="4278771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Человек, помогающий спортсменам применять запрещённые вещества</a:t>
            </a:r>
            <a:endParaRPr lang="en-US" dirty="0" smtClean="0"/>
          </a:p>
          <a:p>
            <a:pPr algn="l"/>
            <a:r>
              <a:rPr lang="en-US" dirty="0" smtClean="0"/>
              <a:t>B)</a:t>
            </a:r>
            <a:r>
              <a:rPr lang="ru-RU" dirty="0" smtClean="0"/>
              <a:t> Препарат или метод, позволяющий скрыть использование запрещённых препаратов</a:t>
            </a:r>
            <a:endParaRPr lang="en-US" dirty="0" smtClean="0"/>
          </a:p>
          <a:p>
            <a:pPr algn="l"/>
            <a:r>
              <a:rPr lang="en-US" dirty="0" smtClean="0"/>
              <a:t>C)</a:t>
            </a:r>
            <a:r>
              <a:rPr lang="ru-RU" dirty="0" smtClean="0"/>
              <a:t> Представитель спортсмена</a:t>
            </a:r>
            <a:endParaRPr lang="en-US" dirty="0" smtClean="0"/>
          </a:p>
          <a:p>
            <a:pPr algn="l"/>
            <a:r>
              <a:rPr lang="en-US" dirty="0" smtClean="0"/>
              <a:t>D)</a:t>
            </a:r>
            <a:r>
              <a:rPr lang="ru-RU" dirty="0" smtClean="0"/>
              <a:t> Клей для запечатывания крышки на бутылке с контрольной пробой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74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87073"/>
            <a:ext cx="12192000" cy="209217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№2 –  В настоящее время разработан и внедрен тест на выявление использования гормона роста ( </a:t>
            </a:r>
            <a:r>
              <a:rPr lang="ru-RU" dirty="0" err="1" smtClean="0">
                <a:solidFill>
                  <a:srgbClr val="FF0000"/>
                </a:solidFill>
              </a:rPr>
              <a:t>hGH</a:t>
            </a:r>
            <a:r>
              <a:rPr lang="ru-RU" dirty="0" smtClean="0">
                <a:solidFill>
                  <a:srgbClr val="FF0000"/>
                </a:solidFill>
              </a:rPr>
              <a:t> 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809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87073"/>
            <a:ext cx="12192000" cy="159255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№3 –  Какова цель Всемирного антидопингового кодекса?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>
            <a:normAutofit lnSpcReduction="10000"/>
          </a:bodyPr>
          <a:lstStyle/>
          <a:p>
            <a:pPr marL="457200" indent="-457200" algn="l">
              <a:buAutoNum type="alphaUcParenR"/>
            </a:pPr>
            <a:r>
              <a:rPr lang="ru-RU" dirty="0" smtClean="0"/>
              <a:t>Защищать фундаментальное право спортсменов на спорт, свободный от допинга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Пропагандировать здоровье, справедливость и равенство для всех спортсменов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Создавать согласованные, скоординированные и эффективные антидопинговые программы на международном уровне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Все перечисленные ответы верны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9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1"/>
            <a:ext cx="12192000" cy="2092176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№4 –  Тренер или врач, содействующий спортсмену в приеме запрещенных препаратов, может быть наказан в случае если спортсмен уличен в их приеме.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672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87073"/>
            <a:ext cx="12192000" cy="204504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№5 –  Если у вас есть опасения или вопросы по поводу процедуры тестирования, вы можете их выразить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>
            <a:normAutofit/>
          </a:bodyPr>
          <a:lstStyle/>
          <a:p>
            <a:pPr marL="457200" indent="-457200" algn="l">
              <a:buAutoNum type="alphaUcParenR"/>
            </a:pPr>
            <a:r>
              <a:rPr lang="ru-RU" dirty="0" smtClean="0"/>
              <a:t>В любое время после сбора пробы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Во время сборы пробы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Через письменный запрос во Всемирное антидопинговое агентство</a:t>
            </a:r>
          </a:p>
        </p:txBody>
      </p:sp>
    </p:spTree>
    <p:extLst>
      <p:ext uri="{BB962C8B-B14F-4D97-AF65-F5344CB8AC3E}">
        <p14:creationId xmlns:p14="http://schemas.microsoft.com/office/powerpoint/2010/main" val="418038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1"/>
            <a:ext cx="12192000" cy="2092176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№6 –  Если пищевая добавка приобретена в аптеке без рецепта, она должна быть разрешена для применения в спорте. 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39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0"/>
            <a:ext cx="12192000" cy="2648359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№7 –  Если я получил травму и не участвую в соревнованиях, я все равно обязан сообщать о своем местонахождении </a:t>
            </a:r>
            <a:r>
              <a:rPr lang="ru-RU" sz="4400" dirty="0" err="1" smtClean="0">
                <a:solidFill>
                  <a:srgbClr val="FF0000"/>
                </a:solidFill>
              </a:rPr>
              <a:t>соостветсвующим</a:t>
            </a:r>
            <a:r>
              <a:rPr lang="ru-RU" sz="4400" dirty="0" smtClean="0">
                <a:solidFill>
                  <a:srgbClr val="FF0000"/>
                </a:solidFill>
              </a:rPr>
              <a:t> спортивным органам на случай необходимости найти меня для проведения допинг-тестирования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41250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7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1"/>
            <a:ext cx="12192000" cy="2092176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№8 –  На мне лежит полная ответственность за все, что попадет в мой организм в виде еды, напитков и уколов, а также наносится на мое тело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020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1"/>
            <a:ext cx="12192000" cy="2092176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№9 –   Запрещенный список перечисляет препараты и методы, запрещенные для использования во время и вне спортивных соревнований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17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66181"/>
            <a:ext cx="12192000" cy="2092176"/>
          </a:xfrm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FF0000"/>
                </a:solidFill>
              </a:rPr>
              <a:t>№10 –  Если врач моей сборной прописал мне лекарство, которое привело к положительному результату на наличие допинга, то это его вина, а не моя</a:t>
            </a:r>
            <a:endParaRPr lang="ru-RU" sz="44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97724"/>
            <a:ext cx="9144000" cy="2771478"/>
          </a:xfrm>
        </p:spPr>
        <p:txBody>
          <a:bodyPr/>
          <a:lstStyle/>
          <a:p>
            <a:pPr marL="457200" indent="-457200" algn="l">
              <a:buAutoNum type="alphaUcParenR"/>
            </a:pPr>
            <a:r>
              <a:rPr lang="ru-RU" dirty="0" smtClean="0"/>
              <a:t>Правильно</a:t>
            </a:r>
          </a:p>
          <a:p>
            <a:pPr marL="457200" indent="-457200" algn="l">
              <a:buAutoNum type="alphaUcParenR"/>
            </a:pPr>
            <a:r>
              <a:rPr lang="ru-RU" dirty="0" smtClean="0"/>
              <a:t>Неправильно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0920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308</Words>
  <Application>Microsoft Office PowerPoint</Application>
  <PresentationFormat>Широкоэкранный</PresentationFormat>
  <Paragraphs>35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№1 – Что такое маскирующий агент?</vt:lpstr>
      <vt:lpstr>№2 –  В настоящее время разработан и внедрен тест на выявление использования гормона роста ( hGH )</vt:lpstr>
      <vt:lpstr>№3 –  Какова цель Всемирного антидопингового кодекса?</vt:lpstr>
      <vt:lpstr>№4 –  Тренер или врач, содействующий спортсмену в приеме запрещенных препаратов, может быть наказан в случае если спортсмен уличен в их приеме.</vt:lpstr>
      <vt:lpstr>№5 –  Если у вас есть опасения или вопросы по поводу процедуры тестирования, вы можете их выразить</vt:lpstr>
      <vt:lpstr>№6 –  Если пищевая добавка приобретена в аптеке без рецепта, она должна быть разрешена для применения в спорте. </vt:lpstr>
      <vt:lpstr>№7 –  Если я получил травму и не участвую в соревнованиях, я все равно обязан сообщать о своем местонахождении соостветсвующим спортивным органам на случай необходимости найти меня для проведения допинг-тестирования</vt:lpstr>
      <vt:lpstr>№8 –  На мне лежит полная ответственность за все, что попадет в мой организм в виде еды, напитков и уколов, а также наносится на мое тело</vt:lpstr>
      <vt:lpstr>№9 –   Запрещенный список перечисляет препараты и методы, запрещенные для использования во время и вне спортивных соревнований</vt:lpstr>
      <vt:lpstr>№10 –  Если врач моей сборной прописал мне лекарство, которое привело к положительному результату на наличие допинга, то это его вина, а не моя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№1 – Что такое маскирующий агент?</dc:title>
  <dc:creator>User</dc:creator>
  <cp:lastModifiedBy>User</cp:lastModifiedBy>
  <cp:revision>2</cp:revision>
  <dcterms:created xsi:type="dcterms:W3CDTF">2024-04-12T17:39:19Z</dcterms:created>
  <dcterms:modified xsi:type="dcterms:W3CDTF">2024-04-12T17:50:04Z</dcterms:modified>
</cp:coreProperties>
</file>